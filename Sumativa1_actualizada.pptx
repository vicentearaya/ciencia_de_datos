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1963" r:id="rId2"/>
    <p:sldId id="2063" r:id="rId3"/>
    <p:sldId id="2086" r:id="rId4"/>
    <p:sldId id="2085" r:id="rId5"/>
    <p:sldId id="2064" r:id="rId6"/>
    <p:sldId id="2082" r:id="rId7"/>
    <p:sldId id="2084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54D3565-1126-4654-9210-07B463B65C99}">
          <p14:sldIdLst>
            <p14:sldId id="1963"/>
            <p14:sldId id="2063"/>
            <p14:sldId id="2086"/>
            <p14:sldId id="2085"/>
            <p14:sldId id="2064"/>
            <p14:sldId id="2082"/>
            <p14:sldId id="20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istel" initials="C" lastIdx="1" clrIdx="0">
    <p:extLst>
      <p:ext uri="{19B8F6BF-5375-455C-9EA6-DF929625EA0E}">
        <p15:presenceInfo xmlns:p15="http://schemas.microsoft.com/office/powerpoint/2012/main" userId="aa77810bc2fb183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36" autoAdjust="0"/>
    <p:restoredTop sz="95479" autoAdjust="0"/>
  </p:normalViewPr>
  <p:slideViewPr>
    <p:cSldViewPr snapToGrid="0">
      <p:cViewPr varScale="1">
        <p:scale>
          <a:sx n="121" d="100"/>
          <a:sy n="121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o Andres Reyes Rogget" userId="fff510a7-8e8f-4aa0-86cd-8237b9387627" providerId="ADAL" clId="{1993ED96-C012-40C0-B1FD-F85829FAA15B}"/>
    <pc:docChg chg="delSld modSection">
      <pc:chgData name="Marcelo Andres Reyes Rogget" userId="fff510a7-8e8f-4aa0-86cd-8237b9387627" providerId="ADAL" clId="{1993ED96-C012-40C0-B1FD-F85829FAA15B}" dt="2023-05-29T21:10:30.280" v="3" actId="47"/>
      <pc:docMkLst>
        <pc:docMk/>
      </pc:docMkLst>
      <pc:sldChg chg="del">
        <pc:chgData name="Marcelo Andres Reyes Rogget" userId="fff510a7-8e8f-4aa0-86cd-8237b9387627" providerId="ADAL" clId="{1993ED96-C012-40C0-B1FD-F85829FAA15B}" dt="2023-05-29T21:10:26.810" v="1" actId="47"/>
        <pc:sldMkLst>
          <pc:docMk/>
          <pc:sldMk cId="230489825" sldId="2084"/>
        </pc:sldMkLst>
      </pc:sldChg>
      <pc:sldChg chg="del">
        <pc:chgData name="Marcelo Andres Reyes Rogget" userId="fff510a7-8e8f-4aa0-86cd-8237b9387627" providerId="ADAL" clId="{1993ED96-C012-40C0-B1FD-F85829FAA15B}" dt="2023-05-29T21:10:24.801" v="0" actId="47"/>
        <pc:sldMkLst>
          <pc:docMk/>
          <pc:sldMk cId="1551433557" sldId="2085"/>
        </pc:sldMkLst>
      </pc:sldChg>
      <pc:sldChg chg="del">
        <pc:chgData name="Marcelo Andres Reyes Rogget" userId="fff510a7-8e8f-4aa0-86cd-8237b9387627" providerId="ADAL" clId="{1993ED96-C012-40C0-B1FD-F85829FAA15B}" dt="2023-05-29T21:10:28.405" v="2" actId="47"/>
        <pc:sldMkLst>
          <pc:docMk/>
          <pc:sldMk cId="3019111233" sldId="2086"/>
        </pc:sldMkLst>
      </pc:sldChg>
      <pc:sldChg chg="del">
        <pc:chgData name="Marcelo Andres Reyes Rogget" userId="fff510a7-8e8f-4aa0-86cd-8237b9387627" providerId="ADAL" clId="{1993ED96-C012-40C0-B1FD-F85829FAA15B}" dt="2023-05-29T21:10:30.280" v="3" actId="47"/>
        <pc:sldMkLst>
          <pc:docMk/>
          <pc:sldMk cId="2993543175" sldId="2087"/>
        </pc:sldMkLst>
      </pc:sldChg>
    </pc:docChg>
  </pc:docChgLst>
  <pc:docChgLst>
    <pc:chgData name="Marcelo Andres Reyes Rogget" userId="fff510a7-8e8f-4aa0-86cd-8237b9387627" providerId="ADAL" clId="{D8F19AA3-0F9E-4934-890D-D28657D1393E}"/>
    <pc:docChg chg="modSld">
      <pc:chgData name="Marcelo Andres Reyes Rogget" userId="fff510a7-8e8f-4aa0-86cd-8237b9387627" providerId="ADAL" clId="{D8F19AA3-0F9E-4934-890D-D28657D1393E}" dt="2023-05-04T20:44:50.337" v="1" actId="20577"/>
      <pc:docMkLst>
        <pc:docMk/>
      </pc:docMkLst>
      <pc:sldChg chg="modSp mod">
        <pc:chgData name="Marcelo Andres Reyes Rogget" userId="fff510a7-8e8f-4aa0-86cd-8237b9387627" providerId="ADAL" clId="{D8F19AA3-0F9E-4934-890D-D28657D1393E}" dt="2023-05-04T20:44:50.337" v="1" actId="20577"/>
        <pc:sldMkLst>
          <pc:docMk/>
          <pc:sldMk cId="3364157530" sldId="1963"/>
        </pc:sldMkLst>
        <pc:spChg chg="mod">
          <ac:chgData name="Marcelo Andres Reyes Rogget" userId="fff510a7-8e8f-4aa0-86cd-8237b9387627" providerId="ADAL" clId="{D8F19AA3-0F9E-4934-890D-D28657D1393E}" dt="2023-05-04T20:44:50.337" v="1" actId="20577"/>
          <ac:spMkLst>
            <pc:docMk/>
            <pc:sldMk cId="3364157530" sldId="1963"/>
            <ac:spMk id="11" creationId="{00000000-0000-0000-0000-000000000000}"/>
          </ac:spMkLst>
        </pc:spChg>
      </pc:sldChg>
    </pc:docChg>
  </pc:docChgLst>
  <pc:docChgLst>
    <pc:chgData name="Marcelo Andres Reyes Rogget" userId="fff510a7-8e8f-4aa0-86cd-8237b9387627" providerId="ADAL" clId="{96D4EC51-44C9-444F-B09B-BA24DEE59FCC}"/>
    <pc:docChg chg="undo custSel addSld delSld modSld modSection">
      <pc:chgData name="Marcelo Andres Reyes Rogget" userId="fff510a7-8e8f-4aa0-86cd-8237b9387627" providerId="ADAL" clId="{96D4EC51-44C9-444F-B09B-BA24DEE59FCC}" dt="2023-05-03T16:19:42.323" v="375" actId="313"/>
      <pc:docMkLst>
        <pc:docMk/>
      </pc:docMkLst>
      <pc:sldChg chg="addSp modSp mod">
        <pc:chgData name="Marcelo Andres Reyes Rogget" userId="fff510a7-8e8f-4aa0-86cd-8237b9387627" providerId="ADAL" clId="{96D4EC51-44C9-444F-B09B-BA24DEE59FCC}" dt="2023-05-03T16:18:54.232" v="374" actId="313"/>
        <pc:sldMkLst>
          <pc:docMk/>
          <pc:sldMk cId="3364157530" sldId="1963"/>
        </pc:sldMkLst>
        <pc:spChg chg="mod">
          <ac:chgData name="Marcelo Andres Reyes Rogget" userId="fff510a7-8e8f-4aa0-86cd-8237b9387627" providerId="ADAL" clId="{96D4EC51-44C9-444F-B09B-BA24DEE59FCC}" dt="2023-05-02T18:12:57.496" v="33" actId="20577"/>
          <ac:spMkLst>
            <pc:docMk/>
            <pc:sldMk cId="3364157530" sldId="1963"/>
            <ac:spMk id="2" creationId="{E6E9AA40-E591-49CF-BBD7-A7DE109D1508}"/>
          </ac:spMkLst>
        </pc:spChg>
        <pc:spChg chg="add mod">
          <ac:chgData name="Marcelo Andres Reyes Rogget" userId="fff510a7-8e8f-4aa0-86cd-8237b9387627" providerId="ADAL" clId="{96D4EC51-44C9-444F-B09B-BA24DEE59FCC}" dt="2023-05-02T18:14:10.929" v="140" actId="1076"/>
          <ac:spMkLst>
            <pc:docMk/>
            <pc:sldMk cId="3364157530" sldId="1963"/>
            <ac:spMk id="5" creationId="{E23DE517-C2E7-5AC6-E461-F0EB70F48F2A}"/>
          </ac:spMkLst>
        </pc:spChg>
        <pc:spChg chg="mod">
          <ac:chgData name="Marcelo Andres Reyes Rogget" userId="fff510a7-8e8f-4aa0-86cd-8237b9387627" providerId="ADAL" clId="{96D4EC51-44C9-444F-B09B-BA24DEE59FCC}" dt="2023-05-03T16:18:54.232" v="374" actId="313"/>
          <ac:spMkLst>
            <pc:docMk/>
            <pc:sldMk cId="3364157530" sldId="1963"/>
            <ac:spMk id="11" creationId="{00000000-0000-0000-0000-000000000000}"/>
          </ac:spMkLst>
        </pc:spChg>
        <pc:picChg chg="mod">
          <ac:chgData name="Marcelo Andres Reyes Rogget" userId="fff510a7-8e8f-4aa0-86cd-8237b9387627" providerId="ADAL" clId="{96D4EC51-44C9-444F-B09B-BA24DEE59FCC}" dt="2023-05-02T18:13:57.252" v="128" actId="1076"/>
          <ac:picMkLst>
            <pc:docMk/>
            <pc:sldMk cId="3364157530" sldId="1963"/>
            <ac:picMk id="4" creationId="{DA63A70A-F2B6-4F12-A260-F1EA46958FBA}"/>
          </ac:picMkLst>
        </pc:picChg>
      </pc:sldChg>
      <pc:sldChg chg="del">
        <pc:chgData name="Marcelo Andres Reyes Rogget" userId="fff510a7-8e8f-4aa0-86cd-8237b9387627" providerId="ADAL" clId="{96D4EC51-44C9-444F-B09B-BA24DEE59FCC}" dt="2023-05-02T18:15:16.798" v="171" actId="47"/>
        <pc:sldMkLst>
          <pc:docMk/>
          <pc:sldMk cId="400420018" sldId="2037"/>
        </pc:sldMkLst>
      </pc:sldChg>
      <pc:sldChg chg="delSp modSp mod">
        <pc:chgData name="Marcelo Andres Reyes Rogget" userId="fff510a7-8e8f-4aa0-86cd-8237b9387627" providerId="ADAL" clId="{96D4EC51-44C9-444F-B09B-BA24DEE59FCC}" dt="2023-05-03T16:19:42.323" v="375" actId="313"/>
        <pc:sldMkLst>
          <pc:docMk/>
          <pc:sldMk cId="3050430522" sldId="2063"/>
        </pc:sldMkLst>
        <pc:spChg chg="mod">
          <ac:chgData name="Marcelo Andres Reyes Rogget" userId="fff510a7-8e8f-4aa0-86cd-8237b9387627" providerId="ADAL" clId="{96D4EC51-44C9-444F-B09B-BA24DEE59FCC}" dt="2023-05-02T18:14:20.900" v="143" actId="6549"/>
          <ac:spMkLst>
            <pc:docMk/>
            <pc:sldMk cId="3050430522" sldId="2063"/>
            <ac:spMk id="9" creationId="{2674111D-0224-4A3E-AC70-F2E2E4AC9275}"/>
          </ac:spMkLst>
        </pc:spChg>
        <pc:spChg chg="del">
          <ac:chgData name="Marcelo Andres Reyes Rogget" userId="fff510a7-8e8f-4aa0-86cd-8237b9387627" providerId="ADAL" clId="{96D4EC51-44C9-444F-B09B-BA24DEE59FCC}" dt="2023-05-02T18:14:17.105" v="142" actId="478"/>
          <ac:spMkLst>
            <pc:docMk/>
            <pc:sldMk cId="3050430522" sldId="2063"/>
            <ac:spMk id="11" creationId="{00000000-0000-0000-0000-000000000000}"/>
          </ac:spMkLst>
        </pc:spChg>
        <pc:spChg chg="mod">
          <ac:chgData name="Marcelo Andres Reyes Rogget" userId="fff510a7-8e8f-4aa0-86cd-8237b9387627" providerId="ADAL" clId="{96D4EC51-44C9-444F-B09B-BA24DEE59FCC}" dt="2023-05-03T16:19:42.323" v="375" actId="313"/>
          <ac:spMkLst>
            <pc:docMk/>
            <pc:sldMk cId="3050430522" sldId="2063"/>
            <ac:spMk id="34" creationId="{FF2CEFFF-E948-4D3A-A08D-34E05DCA3A48}"/>
          </ac:spMkLst>
        </pc:spChg>
        <pc:picChg chg="del">
          <ac:chgData name="Marcelo Andres Reyes Rogget" userId="fff510a7-8e8f-4aa0-86cd-8237b9387627" providerId="ADAL" clId="{96D4EC51-44C9-444F-B09B-BA24DEE59FCC}" dt="2023-05-02T18:14:14.658" v="141" actId="478"/>
          <ac:picMkLst>
            <pc:docMk/>
            <pc:sldMk cId="3050430522" sldId="2063"/>
            <ac:picMk id="10" creationId="{00000000-0000-0000-0000-000000000000}"/>
          </ac:picMkLst>
        </pc:picChg>
      </pc:sldChg>
      <pc:sldChg chg="delSp modSp mod">
        <pc:chgData name="Marcelo Andres Reyes Rogget" userId="fff510a7-8e8f-4aa0-86cd-8237b9387627" providerId="ADAL" clId="{96D4EC51-44C9-444F-B09B-BA24DEE59FCC}" dt="2023-05-02T18:15:44.044" v="197" actId="20577"/>
        <pc:sldMkLst>
          <pc:docMk/>
          <pc:sldMk cId="3481572995" sldId="2064"/>
        </pc:sldMkLst>
        <pc:spChg chg="mod">
          <ac:chgData name="Marcelo Andres Reyes Rogget" userId="fff510a7-8e8f-4aa0-86cd-8237b9387627" providerId="ADAL" clId="{96D4EC51-44C9-444F-B09B-BA24DEE59FCC}" dt="2023-05-02T18:14:26.953" v="145" actId="20577"/>
          <ac:spMkLst>
            <pc:docMk/>
            <pc:sldMk cId="3481572995" sldId="2064"/>
            <ac:spMk id="9" creationId="{2674111D-0224-4A3E-AC70-F2E2E4AC9275}"/>
          </ac:spMkLst>
        </pc:spChg>
        <pc:spChg chg="del">
          <ac:chgData name="Marcelo Andres Reyes Rogget" userId="fff510a7-8e8f-4aa0-86cd-8237b9387627" providerId="ADAL" clId="{96D4EC51-44C9-444F-B09B-BA24DEE59FCC}" dt="2023-05-02T18:14:25.006" v="144" actId="478"/>
          <ac:spMkLst>
            <pc:docMk/>
            <pc:sldMk cId="3481572995" sldId="2064"/>
            <ac:spMk id="12" creationId="{00000000-0000-0000-0000-000000000000}"/>
          </ac:spMkLst>
        </pc:spChg>
        <pc:spChg chg="mod">
          <ac:chgData name="Marcelo Andres Reyes Rogget" userId="fff510a7-8e8f-4aa0-86cd-8237b9387627" providerId="ADAL" clId="{96D4EC51-44C9-444F-B09B-BA24DEE59FCC}" dt="2023-05-02T18:15:44.044" v="197" actId="20577"/>
          <ac:spMkLst>
            <pc:docMk/>
            <pc:sldMk cId="3481572995" sldId="2064"/>
            <ac:spMk id="34" creationId="{FF2CEFFF-E948-4D3A-A08D-34E05DCA3A48}"/>
          </ac:spMkLst>
        </pc:spChg>
      </pc:sldChg>
      <pc:sldChg chg="del">
        <pc:chgData name="Marcelo Andres Reyes Rogget" userId="fff510a7-8e8f-4aa0-86cd-8237b9387627" providerId="ADAL" clId="{96D4EC51-44C9-444F-B09B-BA24DEE59FCC}" dt="2023-05-02T18:14:48.410" v="150" actId="47"/>
        <pc:sldMkLst>
          <pc:docMk/>
          <pc:sldMk cId="1326906992" sldId="2066"/>
        </pc:sldMkLst>
      </pc:sldChg>
      <pc:sldChg chg="del">
        <pc:chgData name="Marcelo Andres Reyes Rogget" userId="fff510a7-8e8f-4aa0-86cd-8237b9387627" providerId="ADAL" clId="{96D4EC51-44C9-444F-B09B-BA24DEE59FCC}" dt="2023-05-02T18:14:49.482" v="151" actId="47"/>
        <pc:sldMkLst>
          <pc:docMk/>
          <pc:sldMk cId="1089008838" sldId="2067"/>
        </pc:sldMkLst>
      </pc:sldChg>
      <pc:sldChg chg="del">
        <pc:chgData name="Marcelo Andres Reyes Rogget" userId="fff510a7-8e8f-4aa0-86cd-8237b9387627" providerId="ADAL" clId="{96D4EC51-44C9-444F-B09B-BA24DEE59FCC}" dt="2023-05-02T18:14:53.167" v="159" actId="47"/>
        <pc:sldMkLst>
          <pc:docMk/>
          <pc:sldMk cId="32689452" sldId="2069"/>
        </pc:sldMkLst>
      </pc:sldChg>
      <pc:sldChg chg="del">
        <pc:chgData name="Marcelo Andres Reyes Rogget" userId="fff510a7-8e8f-4aa0-86cd-8237b9387627" providerId="ADAL" clId="{96D4EC51-44C9-444F-B09B-BA24DEE59FCC}" dt="2023-05-02T18:14:53.636" v="160" actId="47"/>
        <pc:sldMkLst>
          <pc:docMk/>
          <pc:sldMk cId="1005468944" sldId="2071"/>
        </pc:sldMkLst>
      </pc:sldChg>
      <pc:sldChg chg="del">
        <pc:chgData name="Marcelo Andres Reyes Rogget" userId="fff510a7-8e8f-4aa0-86cd-8237b9387627" providerId="ADAL" clId="{96D4EC51-44C9-444F-B09B-BA24DEE59FCC}" dt="2023-05-02T18:14:54.312" v="161" actId="47"/>
        <pc:sldMkLst>
          <pc:docMk/>
          <pc:sldMk cId="1727918690" sldId="2072"/>
        </pc:sldMkLst>
      </pc:sldChg>
      <pc:sldChg chg="del">
        <pc:chgData name="Marcelo Andres Reyes Rogget" userId="fff510a7-8e8f-4aa0-86cd-8237b9387627" providerId="ADAL" clId="{96D4EC51-44C9-444F-B09B-BA24DEE59FCC}" dt="2023-05-02T18:14:54.891" v="162" actId="47"/>
        <pc:sldMkLst>
          <pc:docMk/>
          <pc:sldMk cId="30864078" sldId="2073"/>
        </pc:sldMkLst>
      </pc:sldChg>
      <pc:sldChg chg="del">
        <pc:chgData name="Marcelo Andres Reyes Rogget" userId="fff510a7-8e8f-4aa0-86cd-8237b9387627" providerId="ADAL" clId="{96D4EC51-44C9-444F-B09B-BA24DEE59FCC}" dt="2023-05-02T18:14:55.433" v="163" actId="47"/>
        <pc:sldMkLst>
          <pc:docMk/>
          <pc:sldMk cId="567592309" sldId="2074"/>
        </pc:sldMkLst>
      </pc:sldChg>
      <pc:sldChg chg="del">
        <pc:chgData name="Marcelo Andres Reyes Rogget" userId="fff510a7-8e8f-4aa0-86cd-8237b9387627" providerId="ADAL" clId="{96D4EC51-44C9-444F-B09B-BA24DEE59FCC}" dt="2023-05-02T18:14:55.982" v="164" actId="47"/>
        <pc:sldMkLst>
          <pc:docMk/>
          <pc:sldMk cId="4029395280" sldId="2075"/>
        </pc:sldMkLst>
      </pc:sldChg>
      <pc:sldChg chg="del">
        <pc:chgData name="Marcelo Andres Reyes Rogget" userId="fff510a7-8e8f-4aa0-86cd-8237b9387627" providerId="ADAL" clId="{96D4EC51-44C9-444F-B09B-BA24DEE59FCC}" dt="2023-05-02T18:14:56.754" v="165" actId="47"/>
        <pc:sldMkLst>
          <pc:docMk/>
          <pc:sldMk cId="1955039995" sldId="2076"/>
        </pc:sldMkLst>
      </pc:sldChg>
      <pc:sldChg chg="del">
        <pc:chgData name="Marcelo Andres Reyes Rogget" userId="fff510a7-8e8f-4aa0-86cd-8237b9387627" providerId="ADAL" clId="{96D4EC51-44C9-444F-B09B-BA24DEE59FCC}" dt="2023-05-02T18:14:58.115" v="167" actId="47"/>
        <pc:sldMkLst>
          <pc:docMk/>
          <pc:sldMk cId="1476936997" sldId="2077"/>
        </pc:sldMkLst>
      </pc:sldChg>
      <pc:sldChg chg="del">
        <pc:chgData name="Marcelo Andres Reyes Rogget" userId="fff510a7-8e8f-4aa0-86cd-8237b9387627" providerId="ADAL" clId="{96D4EC51-44C9-444F-B09B-BA24DEE59FCC}" dt="2023-05-02T18:14:58.890" v="168" actId="47"/>
        <pc:sldMkLst>
          <pc:docMk/>
          <pc:sldMk cId="2801023237" sldId="2078"/>
        </pc:sldMkLst>
      </pc:sldChg>
      <pc:sldChg chg="del">
        <pc:chgData name="Marcelo Andres Reyes Rogget" userId="fff510a7-8e8f-4aa0-86cd-8237b9387627" providerId="ADAL" clId="{96D4EC51-44C9-444F-B09B-BA24DEE59FCC}" dt="2023-05-02T18:14:59.469" v="169" actId="47"/>
        <pc:sldMkLst>
          <pc:docMk/>
          <pc:sldMk cId="2292232923" sldId="2079"/>
        </pc:sldMkLst>
      </pc:sldChg>
      <pc:sldChg chg="del">
        <pc:chgData name="Marcelo Andres Reyes Rogget" userId="fff510a7-8e8f-4aa0-86cd-8237b9387627" providerId="ADAL" clId="{96D4EC51-44C9-444F-B09B-BA24DEE59FCC}" dt="2023-05-02T18:14:38.294" v="147" actId="47"/>
        <pc:sldMkLst>
          <pc:docMk/>
          <pc:sldMk cId="4228986437" sldId="2080"/>
        </pc:sldMkLst>
      </pc:sldChg>
      <pc:sldChg chg="del">
        <pc:chgData name="Marcelo Andres Reyes Rogget" userId="fff510a7-8e8f-4aa0-86cd-8237b9387627" providerId="ADAL" clId="{96D4EC51-44C9-444F-B09B-BA24DEE59FCC}" dt="2023-05-02T18:14:38.854" v="148" actId="47"/>
        <pc:sldMkLst>
          <pc:docMk/>
          <pc:sldMk cId="3648104445" sldId="2081"/>
        </pc:sldMkLst>
      </pc:sldChg>
      <pc:sldChg chg="delSp modSp mod">
        <pc:chgData name="Marcelo Andres Reyes Rogget" userId="fff510a7-8e8f-4aa0-86cd-8237b9387627" providerId="ADAL" clId="{96D4EC51-44C9-444F-B09B-BA24DEE59FCC}" dt="2023-05-02T18:15:24.926" v="184" actId="478"/>
        <pc:sldMkLst>
          <pc:docMk/>
          <pc:sldMk cId="3861375958" sldId="2082"/>
        </pc:sldMkLst>
        <pc:spChg chg="mod">
          <ac:chgData name="Marcelo Andres Reyes Rogget" userId="fff510a7-8e8f-4aa0-86cd-8237b9387627" providerId="ADAL" clId="{96D4EC51-44C9-444F-B09B-BA24DEE59FCC}" dt="2023-05-02T18:15:22.382" v="183" actId="20577"/>
          <ac:spMkLst>
            <pc:docMk/>
            <pc:sldMk cId="3861375958" sldId="2082"/>
            <ac:spMk id="9" creationId="{2674111D-0224-4A3E-AC70-F2E2E4AC9275}"/>
          </ac:spMkLst>
        </pc:spChg>
        <pc:spChg chg="del">
          <ac:chgData name="Marcelo Andres Reyes Rogget" userId="fff510a7-8e8f-4aa0-86cd-8237b9387627" providerId="ADAL" clId="{96D4EC51-44C9-444F-B09B-BA24DEE59FCC}" dt="2023-05-02T18:15:24.926" v="184" actId="478"/>
          <ac:spMkLst>
            <pc:docMk/>
            <pc:sldMk cId="3861375958" sldId="2082"/>
            <ac:spMk id="10" creationId="{00000000-0000-0000-0000-000000000000}"/>
          </ac:spMkLst>
        </pc:spChg>
      </pc:sldChg>
      <pc:sldChg chg="modSp add mod">
        <pc:chgData name="Marcelo Andres Reyes Rogget" userId="fff510a7-8e8f-4aa0-86cd-8237b9387627" providerId="ADAL" clId="{96D4EC51-44C9-444F-B09B-BA24DEE59FCC}" dt="2023-05-03T16:18:48.775" v="373" actId="313"/>
        <pc:sldMkLst>
          <pc:docMk/>
          <pc:sldMk cId="1410270097" sldId="2083"/>
        </pc:sldMkLst>
        <pc:spChg chg="mod">
          <ac:chgData name="Marcelo Andres Reyes Rogget" userId="fff510a7-8e8f-4aa0-86cd-8237b9387627" providerId="ADAL" clId="{96D4EC51-44C9-444F-B09B-BA24DEE59FCC}" dt="2023-05-03T16:18:48.775" v="373" actId="313"/>
          <ac:spMkLst>
            <pc:docMk/>
            <pc:sldMk cId="1410270097" sldId="2083"/>
            <ac:spMk id="11" creationId="{00000000-0000-0000-0000-000000000000}"/>
          </ac:spMkLst>
        </pc:spChg>
      </pc:sldChg>
      <pc:sldChg chg="del">
        <pc:chgData name="Marcelo Andres Reyes Rogget" userId="fff510a7-8e8f-4aa0-86cd-8237b9387627" providerId="ADAL" clId="{96D4EC51-44C9-444F-B09B-BA24DEE59FCC}" dt="2023-05-02T18:14:49.930" v="152" actId="47"/>
        <pc:sldMkLst>
          <pc:docMk/>
          <pc:sldMk cId="1582017865" sldId="2083"/>
        </pc:sldMkLst>
      </pc:sldChg>
      <pc:sldChg chg="del">
        <pc:chgData name="Marcelo Andres Reyes Rogget" userId="fff510a7-8e8f-4aa0-86cd-8237b9387627" providerId="ADAL" clId="{96D4EC51-44C9-444F-B09B-BA24DEE59FCC}" dt="2023-05-02T18:14:52.323" v="157" actId="47"/>
        <pc:sldMkLst>
          <pc:docMk/>
          <pc:sldMk cId="127669511" sldId="2084"/>
        </pc:sldMkLst>
      </pc:sldChg>
      <pc:sldChg chg="modSp add mod">
        <pc:chgData name="Marcelo Andres Reyes Rogget" userId="fff510a7-8e8f-4aa0-86cd-8237b9387627" providerId="ADAL" clId="{96D4EC51-44C9-444F-B09B-BA24DEE59FCC}" dt="2023-05-02T18:16:57.502" v="319" actId="20577"/>
        <pc:sldMkLst>
          <pc:docMk/>
          <pc:sldMk cId="230489825" sldId="2084"/>
        </pc:sldMkLst>
        <pc:spChg chg="mod">
          <ac:chgData name="Marcelo Andres Reyes Rogget" userId="fff510a7-8e8f-4aa0-86cd-8237b9387627" providerId="ADAL" clId="{96D4EC51-44C9-444F-B09B-BA24DEE59FCC}" dt="2023-05-02T18:16:57.502" v="319" actId="20577"/>
          <ac:spMkLst>
            <pc:docMk/>
            <pc:sldMk cId="230489825" sldId="2084"/>
            <ac:spMk id="34" creationId="{FF2CEFFF-E948-4D3A-A08D-34E05DCA3A48}"/>
          </ac:spMkLst>
        </pc:spChg>
      </pc:sldChg>
      <pc:sldChg chg="del">
        <pc:chgData name="Marcelo Andres Reyes Rogget" userId="fff510a7-8e8f-4aa0-86cd-8237b9387627" providerId="ADAL" clId="{96D4EC51-44C9-444F-B09B-BA24DEE59FCC}" dt="2023-05-02T18:14:52.667" v="158" actId="47"/>
        <pc:sldMkLst>
          <pc:docMk/>
          <pc:sldMk cId="67544567" sldId="2085"/>
        </pc:sldMkLst>
      </pc:sldChg>
      <pc:sldChg chg="modSp add mod">
        <pc:chgData name="Marcelo Andres Reyes Rogget" userId="fff510a7-8e8f-4aa0-86cd-8237b9387627" providerId="ADAL" clId="{96D4EC51-44C9-444F-B09B-BA24DEE59FCC}" dt="2023-05-02T18:16:33.942" v="283" actId="20577"/>
        <pc:sldMkLst>
          <pc:docMk/>
          <pc:sldMk cId="1551433557" sldId="2085"/>
        </pc:sldMkLst>
        <pc:spChg chg="mod">
          <ac:chgData name="Marcelo Andres Reyes Rogget" userId="fff510a7-8e8f-4aa0-86cd-8237b9387627" providerId="ADAL" clId="{96D4EC51-44C9-444F-B09B-BA24DEE59FCC}" dt="2023-05-02T18:16:33.942" v="283" actId="20577"/>
          <ac:spMkLst>
            <pc:docMk/>
            <pc:sldMk cId="1551433557" sldId="2085"/>
            <ac:spMk id="34" creationId="{FF2CEFFF-E948-4D3A-A08D-34E05DCA3A48}"/>
          </ac:spMkLst>
        </pc:spChg>
      </pc:sldChg>
      <pc:sldChg chg="del">
        <pc:chgData name="Marcelo Andres Reyes Rogget" userId="fff510a7-8e8f-4aa0-86cd-8237b9387627" providerId="ADAL" clId="{96D4EC51-44C9-444F-B09B-BA24DEE59FCC}" dt="2023-05-02T18:14:47.313" v="149" actId="47"/>
        <pc:sldMkLst>
          <pc:docMk/>
          <pc:sldMk cId="1381890453" sldId="2086"/>
        </pc:sldMkLst>
      </pc:sldChg>
      <pc:sldChg chg="modSp add mod">
        <pc:chgData name="Marcelo Andres Reyes Rogget" userId="fff510a7-8e8f-4aa0-86cd-8237b9387627" providerId="ADAL" clId="{96D4EC51-44C9-444F-B09B-BA24DEE59FCC}" dt="2023-05-02T18:17:03.336" v="341" actId="20577"/>
        <pc:sldMkLst>
          <pc:docMk/>
          <pc:sldMk cId="3019111233" sldId="2086"/>
        </pc:sldMkLst>
        <pc:spChg chg="mod">
          <ac:chgData name="Marcelo Andres Reyes Rogget" userId="fff510a7-8e8f-4aa0-86cd-8237b9387627" providerId="ADAL" clId="{96D4EC51-44C9-444F-B09B-BA24DEE59FCC}" dt="2023-05-02T18:17:03.336" v="341" actId="20577"/>
          <ac:spMkLst>
            <pc:docMk/>
            <pc:sldMk cId="3019111233" sldId="2086"/>
            <ac:spMk id="34" creationId="{FF2CEFFF-E948-4D3A-A08D-34E05DCA3A48}"/>
          </ac:spMkLst>
        </pc:spChg>
      </pc:sldChg>
      <pc:sldChg chg="new del">
        <pc:chgData name="Marcelo Andres Reyes Rogget" userId="fff510a7-8e8f-4aa0-86cd-8237b9387627" providerId="ADAL" clId="{96D4EC51-44C9-444F-B09B-BA24DEE59FCC}" dt="2023-05-02T18:16:41.287" v="285" actId="680"/>
        <pc:sldMkLst>
          <pc:docMk/>
          <pc:sldMk cId="3827849724" sldId="2086"/>
        </pc:sldMkLst>
      </pc:sldChg>
      <pc:sldChg chg="modSp add mod">
        <pc:chgData name="Marcelo Andres Reyes Rogget" userId="fff510a7-8e8f-4aa0-86cd-8237b9387627" providerId="ADAL" clId="{96D4EC51-44C9-444F-B09B-BA24DEE59FCC}" dt="2023-05-02T18:17:18.891" v="364" actId="20577"/>
        <pc:sldMkLst>
          <pc:docMk/>
          <pc:sldMk cId="2993543175" sldId="2087"/>
        </pc:sldMkLst>
        <pc:spChg chg="mod">
          <ac:chgData name="Marcelo Andres Reyes Rogget" userId="fff510a7-8e8f-4aa0-86cd-8237b9387627" providerId="ADAL" clId="{96D4EC51-44C9-444F-B09B-BA24DEE59FCC}" dt="2023-05-02T18:17:18.891" v="364" actId="20577"/>
          <ac:spMkLst>
            <pc:docMk/>
            <pc:sldMk cId="2993543175" sldId="2087"/>
            <ac:spMk id="34" creationId="{FF2CEFFF-E948-4D3A-A08D-34E05DCA3A48}"/>
          </ac:spMkLst>
        </pc:spChg>
      </pc:sldChg>
      <pc:sldChg chg="del">
        <pc:chgData name="Marcelo Andres Reyes Rogget" userId="fff510a7-8e8f-4aa0-86cd-8237b9387627" providerId="ADAL" clId="{96D4EC51-44C9-444F-B09B-BA24DEE59FCC}" dt="2023-05-02T18:14:50.619" v="153" actId="47"/>
        <pc:sldMkLst>
          <pc:docMk/>
          <pc:sldMk cId="3915402681" sldId="2087"/>
        </pc:sldMkLst>
      </pc:sldChg>
      <pc:sldChg chg="del">
        <pc:chgData name="Marcelo Andres Reyes Rogget" userId="fff510a7-8e8f-4aa0-86cd-8237b9387627" providerId="ADAL" clId="{96D4EC51-44C9-444F-B09B-BA24DEE59FCC}" dt="2023-05-02T18:14:51.072" v="154" actId="47"/>
        <pc:sldMkLst>
          <pc:docMk/>
          <pc:sldMk cId="369305588" sldId="2088"/>
        </pc:sldMkLst>
      </pc:sldChg>
      <pc:sldChg chg="del">
        <pc:chgData name="Marcelo Andres Reyes Rogget" userId="fff510a7-8e8f-4aa0-86cd-8237b9387627" providerId="ADAL" clId="{96D4EC51-44C9-444F-B09B-BA24DEE59FCC}" dt="2023-05-02T18:14:51.994" v="156" actId="47"/>
        <pc:sldMkLst>
          <pc:docMk/>
          <pc:sldMk cId="3163309545" sldId="2089"/>
        </pc:sldMkLst>
      </pc:sldChg>
      <pc:sldChg chg="del">
        <pc:chgData name="Marcelo Andres Reyes Rogget" userId="fff510a7-8e8f-4aa0-86cd-8237b9387627" providerId="ADAL" clId="{96D4EC51-44C9-444F-B09B-BA24DEE59FCC}" dt="2023-05-02T18:14:57.332" v="166" actId="47"/>
        <pc:sldMkLst>
          <pc:docMk/>
          <pc:sldMk cId="3837252825" sldId="2090"/>
        </pc:sldMkLst>
      </pc:sldChg>
      <pc:sldChg chg="del">
        <pc:chgData name="Marcelo Andres Reyes Rogget" userId="fff510a7-8e8f-4aa0-86cd-8237b9387627" providerId="ADAL" clId="{96D4EC51-44C9-444F-B09B-BA24DEE59FCC}" dt="2023-05-02T18:14:37.595" v="146" actId="47"/>
        <pc:sldMkLst>
          <pc:docMk/>
          <pc:sldMk cId="85818428" sldId="2091"/>
        </pc:sldMkLst>
      </pc:sldChg>
      <pc:sldChg chg="del">
        <pc:chgData name="Marcelo Andres Reyes Rogget" userId="fff510a7-8e8f-4aa0-86cd-8237b9387627" providerId="ADAL" clId="{96D4EC51-44C9-444F-B09B-BA24DEE59FCC}" dt="2023-05-02T18:14:51.484" v="155" actId="47"/>
        <pc:sldMkLst>
          <pc:docMk/>
          <pc:sldMk cId="1040645381" sldId="20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BDF77-092F-45DE-BF69-63D4378864C9}" type="datetimeFigureOut">
              <a:rPr lang="es-CL" smtClean="0"/>
              <a:t>27-04-26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E45D4-8380-4921-AC5A-1B22B0BB24C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3764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31744">
              <a:defRPr/>
            </a:pPr>
            <a:fld id="{80AD1966-643A-ED45-BFF9-B0FE18A32E2B}" type="slidenum">
              <a:rPr lang="es-ES_tradnl">
                <a:solidFill>
                  <a:prstClr val="black"/>
                </a:solidFill>
                <a:latin typeface="Calibri" panose="020F0502020204030204"/>
              </a:rPr>
              <a:pPr defTabSz="931744">
                <a:defRPr/>
              </a:pPr>
              <a:t>1</a:t>
            </a:fld>
            <a:endParaRPr lang="es-ES_tradnl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94015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31744">
              <a:defRPr/>
            </a:pPr>
            <a:fld id="{80AD1966-643A-ED45-BFF9-B0FE18A32E2B}" type="slidenum">
              <a:rPr lang="es-ES_tradnl">
                <a:solidFill>
                  <a:prstClr val="black"/>
                </a:solidFill>
                <a:latin typeface="Calibri" panose="020F0502020204030204"/>
              </a:rPr>
              <a:pPr defTabSz="931744">
                <a:defRPr/>
              </a:pPr>
              <a:t>7</a:t>
            </a:fld>
            <a:endParaRPr lang="es-ES_tradnl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08023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28202A-7A92-4153-B78B-B71187CF6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041D30-AA33-466E-8118-2AB2E70B8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1F73AE-1D5B-452D-863E-9F70C9A4F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AB345-C8A7-44BF-AE94-2ECCDC87EDB2}" type="datetime1">
              <a:rPr lang="es-CL" smtClean="0"/>
              <a:t>27-04-26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E091D6-2FA0-4F99-B513-3717E7DDA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0D3B8E-E35A-43BD-8C2B-85619C85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28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53111-9D4F-4BCE-B9BF-B1CE4540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8D02FC-9FE2-4E5B-8736-4AC11B65D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E9D8BF-D9C9-40D2-A214-1C12D4BE3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50139-D989-4708-B5B8-34CC6B6668D7}" type="datetime1">
              <a:rPr lang="es-CL" smtClean="0"/>
              <a:t>27-04-26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6C0EAF-F3E1-4912-9A1E-9E711688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BF5F70-E103-48A9-AE87-3D6ED20D1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667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C03CA-11A6-445D-9009-65A26C418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9180E3-916A-4104-84F3-AD37DF2B3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17E1B6-E9D0-4FA7-AC04-E358C89C2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DBC60-DA7C-4FE5-8AFB-1B7CD36FCEFF}" type="datetime1">
              <a:rPr lang="es-CL" smtClean="0"/>
              <a:t>27-04-26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F3FD4B-977F-4D75-ACD4-5D4FAB609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DB9B18-54A8-40A8-998B-7EFE2B86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076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D05FE-095C-47DE-9FF4-89F7B947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06B7AB-C082-437B-AF4E-FB4E6E4C8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66B377-2441-4A97-9F7A-259ADD02E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D8227C-6FE6-4A47-98BE-0233CAEED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1A07E-1AF1-4F2F-B92C-9C4AB4F74D3D}" type="datetime1">
              <a:rPr lang="es-CL" smtClean="0"/>
              <a:t>27-04-26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949AF2-67AF-4A9F-A429-31AAC365C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9C6224-5A5F-4BDC-9D40-879EBB8C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2354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94B4A-C6F2-4582-AF16-C6B92612C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4334AA-8BDD-494A-AE2D-DEF3A3D94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A6FC9B-8E47-44DA-9027-8A3FC255E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3995C6-F80F-4D21-B37E-C1D0158AB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7C5D72-228A-471E-93E0-823635132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2337EE2-0E2A-4A99-829D-EF6834382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042A-FD25-4613-A1CF-5A853C20D352}" type="datetime1">
              <a:rPr lang="es-CL" smtClean="0"/>
              <a:t>27-04-26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99343A3-B64C-47DE-8C4F-CE4FD3AF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DAED3F1-E15E-408B-8D47-43B260B6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211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EFDEB-83C7-4E2A-8A5A-14744981E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06461B-4A74-4758-854F-46B8CB2C6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E9BF6-D619-42D6-B594-454978F753FB}" type="datetime1">
              <a:rPr lang="es-CL" smtClean="0"/>
              <a:t>27-04-26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00F08B5-5A3D-4CFE-9D95-EAA01DCF1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7AA7A8-6598-4D31-ABD0-193EE119C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407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22E424A-2EF2-4EF1-BEC3-288658A9A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F9CF6-BED9-41E1-BB90-043986F06ADA}" type="datetime1">
              <a:rPr lang="es-CL" smtClean="0"/>
              <a:t>27-04-26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CE0E36-00DF-4BCE-8E55-6C904F85C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9ACFAE-C749-4538-9CCA-489C21B8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6621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091B9-89B4-40D8-8768-0E477AE4F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1DA75E-0AB8-487A-A4C6-95FFD6D72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E1EEDD-BEB4-47D5-83A9-122516221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76FC31-6449-498D-9639-2FDAE13D4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8903-FB70-4B35-9E65-948FF281DF60}" type="datetime1">
              <a:rPr lang="es-CL" smtClean="0"/>
              <a:t>27-04-26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0C7FE1-FB09-4174-8414-6227FEEED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0098F2-6E88-459C-9B2D-46920218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237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C3BAC-2D9A-41B1-889B-598A4783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5C4276A-E2AB-4BA5-A9EB-A825F9C5E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5715D3-8F86-484F-B627-1ECCF9473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4A5393-7EB0-4B84-95F9-A8228B63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9A3-2390-45DE-92D2-C67571C6342A}" type="datetime1">
              <a:rPr lang="es-CL" smtClean="0"/>
              <a:t>27-04-26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D71263-3299-45EA-A28C-D2CA630D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A34639-C058-42D0-B431-A3625AC2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0640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9B029-1CE9-4B9B-A997-34EBBE5C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16EC15-3A46-4C6A-9917-2736F3086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737D5A-33FC-4696-985E-C91081993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27686-527D-495C-987B-00CB5EEAAF60}" type="datetime1">
              <a:rPr lang="es-CL" smtClean="0"/>
              <a:t>27-04-26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3FACF4-9DDB-4742-B58E-C1CDD12D9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5603B2-5A5D-4968-BF4E-83339D412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9952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84E538-BB10-482D-BBDF-C79C21F478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953BBC-71D4-40D9-AD3C-FD7E302E3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9977CB-F304-4A38-8EEF-5338C9C7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15AA4-EDD6-4AE2-9C1F-73560C3E5153}" type="datetime1">
              <a:rPr lang="es-CL" smtClean="0"/>
              <a:t>27-04-26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1C05D1-177A-4BA1-81E7-30FC1254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9DB9D7-5271-4406-BE2F-9C63F2AC5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5912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08462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184B53-65C2-4BBA-8F3F-1D7F0B70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BB99DF-E9AE-40DA-B67A-B238399F9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6449D8-C7A0-4B26-9A88-6FCE4C631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66CE8-746F-4FCA-983F-F9E0DB5C54D9}" type="datetime1">
              <a:rPr lang="es-CL" smtClean="0"/>
              <a:t>27-04-26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978CDE-D48B-4CB7-B6E3-243E9F536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B826C2-182D-411D-B9C3-F4666FD6C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63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4" name="Imagen 3" descr="Imagen que contiene rojo, foto, tren, oscuro&#10;&#10;Descripción generada automáticamente">
            <a:extLst>
              <a:ext uri="{FF2B5EF4-FFF2-40B4-BE49-F238E27FC236}">
                <ns2:creationId id="{DA63A70A-F2B6-4F12-A260-F1EA46958FBA}"/>
              </a:ext>
            </a:extLst>
          </cNvPr>
          <cNvPicPr>
            <a:picLocks noChangeAspect="1"/>
          </cNvPicPr>
          <nvPr/>
        </nvPicPr>
        <blipFill>
          <a:blip ns3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0" y="-1138539"/>
            <a:ext cx="12191999" cy="9135078"/>
          </a:xfrm>
          <a:prstGeom prst="rect">
            <a:avLst/>
          </a:prstGeom>
        </spPr>
      </pic>
      <pic>
        <nvPicPr>
          <cNvPr id="3" name="Imagen 2"/>
          <cNvPicPr>
            <a:picLocks noChangeAspect="1"/>
          </cNvPicPr>
          <nvPr/>
        </nvPicPr>
        <blipFill rotWithShape="1">
          <a:blip ns3:embed="rId4">
            <a:extLst>
              <a:ext uri="{28A0092B-C50C-407E-A947-70E740481C1C}">
                <ns4:useLocalDpi val="0"/>
              </a:ext>
            </a:extLst>
          </a:blip>
          <a:srcRect t="25505" b="24764"/>
          <a:stretch/>
        </blipFill>
        <spPr>
          <a:xfrm>
            <a:off x="-1" y="-620396"/>
            <a:ext cx="12191999" cy="1908413"/>
          </a:xfrm>
          <a:prstGeom prst="rect">
            <a:avLst/>
          </a:prstGeom>
        </spPr>
      </pic>
      <pic>
        <nvPicPr>
          <cNvPr id="18" name="Imagen 17"/>
          <cNvPicPr>
            <a:picLocks noChangeAspect="1"/>
          </cNvPicPr>
          <nvPr/>
        </nvPicPr>
        <blipFill rotWithShape="1">
          <a:blip ns3:embed="rId4">
            <a:extLst>
              <a:ext uri="{28A0092B-C50C-407E-A947-70E740481C1C}">
                <ns4:useLocalDpi val="0"/>
              </a:ext>
            </a:extLst>
          </a:blip>
          <a:srcRect l="-153" t="46510" r="153" b="5990"/>
          <a:stretch/>
        </blipFill>
        <spPr>
          <a:xfrm>
            <a:off x="-28579" y="5338509"/>
            <a:ext cx="12239528" cy="1829894"/>
          </a:xfrm>
          <a:prstGeom prst="rect">
            <a:avLst/>
          </a:prstGeom>
        </spPr>
      </pic>
      <cxnSp>
        <nvCxnSpPr>
          <cNvPr id="6" name="Conector recto 5"/>
          <cNvCxnSpPr/>
          <nvPr/>
        </nvCxnSpPr>
        <spPr>
          <a:xfrm>
            <a:off x="2016141" y="4201298"/>
            <a:ext cx="7778648" cy="0"/>
          </a:xfrm>
          <a:prstGeom prst="line">
            <a:avLst/>
          </a:prstGeom>
          <a:ln w="28575">
            <a:solidFill>
              <a:schemeClr val="bg1"/>
            </a:solidFill>
          </a:ln>
        </spPr>
        <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style>
      </cxnSp>
      <cxnSp>
        <nvCxnSpPr>
          <cNvPr id="8" name="Conector recto 7"/>
          <cNvCxnSpPr/>
          <nvPr/>
        </nvCxnSpPr>
        <spPr>
          <a:xfrm flipH="1">
            <a:off x="3740934" y="2471251"/>
            <a:ext cx="1" cy="1273156"/>
          </a:xfrm>
          <a:prstGeom prst="line">
            <a:avLst/>
          </a:prstGeom>
          <a:ln>
            <a:solidFill>
              <a:schemeClr val="bg1"/>
            </a:solidFill>
          </a:ln>
        </spPr>
        <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style>
      </cxnSp>
      <sp>
        <nvSpPr>
          <cNvPr id="11" name="CuadroTexto 10"/>
          <cNvSpPr txBox="1"/>
          <nvPr/>
        </nvSpPr>
        <spPr>
          <a:xfrm>
            <a:off x="3945921" y="2402367"/>
            <a:ext cx="6059468" cy="1323439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r>
              <a:rPr lang="es-ES" sz="2800" dirty="0" b="1">
                <a:solidFill>
                  <a:prstClr val="white"/>
                </a:solidFill>
                <a:latin typeface="Arial"/>
              </a:rPr>
              <a:t>Sumativa 1</a:t>
            </a:r>
          </a:p>
          <a:p>
            <a:r>
              <a:rPr lang="es-ES" sz="2800" dirty="0" b="1">
                <a:solidFill>
                  <a:prstClr val="white"/>
                </a:solidFill>
                <a:latin typeface="Arial"/>
              </a:rPr>
              <a:t>Identificaci?n del nivel de adicci?n a los videojuegos mediante Machine Learning</a:t>
            </a:r>
          </a:p>
        </txBody>
      </sp>
      <pic>
        <nvPicPr>
          <cNvPr id="21" name="Imagen 20"/>
          <cNvPicPr>
            <a:picLocks noChangeAspect="1"/>
          </cNvPicPr>
          <nvPr/>
        </nvPicPr>
        <blipFill>
          <a:blip ns3:embed="rId5" cstate="hq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2046636" y="2371532"/>
            <a:ext cx="1489312" cy="1385111"/>
          </a:xfrm>
          <a:prstGeom prst="rect">
            <a:avLst/>
          </a:prstGeom>
        </spPr>
      </pic>
      <sp>
        <nvSpPr>
          <cNvPr id="2" name="Rectángulo 1">
            <a:extLst>
              <a:ext uri="{FF2B5EF4-FFF2-40B4-BE49-F238E27FC236}">
                <ns2:creationId id="{E6E9AA40-E591-49CF-BBD7-A7DE109D1508}"/>
              </a:ext>
            </a:extLst>
          </cNvPr>
          <cNvSpPr/>
          <nvPr/>
        </nvSpPr>
        <spPr>
          <a:xfrm>
            <a:off x="9088530" y="5654944"/>
            <a:ext cx="2394223" cy="369332"/>
          </a:xfrm>
          <a:prstGeom prst="rect">
            <a:avLst/>
          </a:prstGeom>
        </spPr>
        <txBody>
          <a:bodyPr wrap="square">
            <a:spAutoFit/>
          </a:bodyPr>
          <a:lstStyle/>
          <a:p>
            <a:r>
              <a:rPr lang="es-ES" sz="1600" dirty="0" b="1">
                <a:solidFill>
                  <a:prstClr val="white"/>
                </a:solidFill>
                <a:latin typeface="Arial"/>
              </a:rPr>
              <a:t>Fecha: 04/05/2026</a:t>
            </a:r>
          </a:p>
        </txBody>
      </sp>
      <sp>
        <nvSpPr>
          <cNvPr id="5" name="CuadroTexto 4">
            <a:extLst>
              <a:ext uri="{FF2B5EF4-FFF2-40B4-BE49-F238E27FC236}">
                <ns2:creationId id="{E23DE517-C2E7-5AC6-E461-F0EB70F48F2A}"/>
              </a:ext>
            </a:extLst>
          </cNvPr>
          <cNvSpPr txBox="1"/>
          <nvPr/>
        </nvSpPr>
        <spPr>
          <a:xfrm>
            <a:off x="1089651" y="5654944"/>
            <a:ext cx="6059468" cy="923330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r>
              <a:rPr lang="es-ES" sz="1600" dirty="0" b="1">
                <a:solidFill>
                  <a:prstClr val="white"/>
                </a:solidFill>
                <a:latin typeface="Arial"/>
              </a:rPr>
              <a:t>Integrantes: Christopher Aranda, Miguel Roncagliolo y Vicente Araya</a:t>
            </a:r>
          </a:p>
          <a:p>
            <a:r>
              <a:rPr lang="es-ES" sz="1600" dirty="0" b="1">
                <a:solidFill>
                  <a:prstClr val="white"/>
                </a:solidFill>
                <a:latin typeface="Arial"/>
              </a:rPr>
              <a:t>Curso: Ciencia de datos</a:t>
            </a:r>
          </a:p>
        </txBody>
      </sp>
    </spTree>
    <extLst>
      <ext uri="{BB962C8B-B14F-4D97-AF65-F5344CB8AC3E}">
        <ns5:creationId val="3364157530"/>
      </ext>
    </extLst>
  </cSld>
  <clrMapOvr>
    <a:masterClrMapping/>
  </clrMapOvr>
</sld>
</file>

<file path=ppt/slides/slide2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33" name="Imagen 32">
            <a:extLst>
              <a:ext uri="{FF2B5EF4-FFF2-40B4-BE49-F238E27FC236}">
                <ns2:creationId id="{F4F4A879-BED9-4F33-B71C-B24374C52C68}"/>
              </a:ext>
            </a:extLst>
          </cNvPr>
          <cNvPicPr>
            <a:picLocks noChangeAspect="1"/>
          </cNvPicPr>
          <nvPr/>
        </nvPicPr>
        <blipFill rotWithShape="1">
          <a:blip ns3:embed="rId2">
            <a:extLst>
              <a:ext uri="{28A0092B-C50C-407E-A947-70E740481C1C}">
                <ns4:useLocalDpi val="0"/>
              </a:ext>
            </a:extLst>
          </a:blip>
          <a:srcRect l="-153" t="20538" r="153" b="51651"/>
          <a:stretch/>
        </blipFill>
        <spPr>
          <a:xfrm>
            <a:off x="-22978" y="-33746"/>
            <a:ext cx="12206013" cy="1054164"/>
          </a:xfrm>
          <a:prstGeom prst="rect">
            <a:avLst/>
          </a:prstGeom>
        </spPr>
      </pic>
      <sp>
        <nvSpPr>
          <cNvPr id="34" name="Título 1">
            <a:extLst>
              <a:ext uri="{FF2B5EF4-FFF2-40B4-BE49-F238E27FC236}">
                <ns2:creationId id="{FF2CEFFF-E948-4D3A-A08D-34E05DCA3A48}"/>
              </a:ext>
            </a:extLst>
          </cNvPr>
          <cNvSpPr txBox="1">
            <a:spLocks/>
          </cNvSpPr>
          <nvPr/>
        </nvSpPr>
        <spPr>
          <a:xfrm>
            <a:off x="236487" y="-26504"/>
            <a:ext cx="12191999" cy="1046922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</a:p>
        </txBody>
      </sp>
      <pic>
        <nvPicPr>
          <cNvPr id="49" name="Imagen 48">
            <a:extLst>
              <a:ext uri="{FF2B5EF4-FFF2-40B4-BE49-F238E27FC236}">
                <ns2:creationId id="{CB27BE2B-B018-42EC-93A2-E8B88D7CCC69}"/>
              </a:ext>
            </a:extLst>
          </cNvPr>
          <cNvPicPr>
            <a:picLocks noChangeAspect="1"/>
          </cNvPicPr>
          <nvPr/>
        </nvPicPr>
        <blipFill>
          <a:blip ns3:embed="rId3" cstate="hq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11088376" y="52252"/>
            <a:ext cx="962339" cy="895008"/>
          </a:xfrm>
          <a:prstGeom prst="rect">
            <a:avLst/>
          </a:prstGeom>
        </spPr>
      </pic>
      <sp>
        <nvSpPr>
          <cNvPr id="7" name="Marcador de número de diapositiva 3">
            <a:extLst>
              <a:ext uri="{FF2B5EF4-FFF2-40B4-BE49-F238E27FC236}">
                <ns2:creationId id="{D0E64CD4-CED5-4D7A-805B-03BD3A4A99B4}"/>
              </a:ext>
            </a:extLst>
          </cNvPr>
          <cNvSpPr txBox="1">
            <a:spLocks/>
          </cNvSpPr>
          <nvPr/>
        </nvSpPr>
        <spPr>
          <a:xfrm>
            <a:off x="11792893" y="6492875"/>
            <a:ext cx="399107" cy="365125"/>
          </a:xfrm>
          <a:prstGeom prst="rect">
            <a:avLst/>
          </a:prstGeom>
        </spPr>
        <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913E3F8-B169-4FB5-9692-87918DE2D08A}" type="slidenum">
              <a:rPr lang="es-CL" smtClean="0"/>
              <a:pPr algn="r"/>
              <a:t>2</a:t>
            </a:fld>
            <a:endParaRPr lang="es-CL" dirty="0"/>
          </a:p>
        </txBody>
      </sp>
      <sp>
        <nvSpPr>
          <cNvPr id="9" name="Título 1">
            <a:extLst>
              <a:ext uri="{FF2B5EF4-FFF2-40B4-BE49-F238E27FC236}">
                <ns2:creationId id="{2674111D-0224-4A3E-AC70-F2E2E4AC9275}"/>
              </a:ext>
            </a:extLst>
          </cNvPr>
          <cNvSpPr txBox="1">
            <a:spLocks/>
          </cNvSpPr>
          <nvPr/>
        </nvSpPr>
        <spPr>
          <a:xfrm>
            <a:off x="700000" y="1450000"/>
            <a:ext cx="10700000" cy="4300000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Introducci?n y problema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Dataset y metodolog?a (CRISP-DM)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EDA y preprocesamiento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Comparaci?n de modelos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Conclusiones y mejoras</a:t>
            </a:r>
          </a:p>
        </txBody>
      </sp>
    </spTree>
    <extLst>
      <ext uri="{BB962C8B-B14F-4D97-AF65-F5344CB8AC3E}">
        <ns5:creationId val="3050430522"/>
      </ext>
    </extLst>
  </cSld>
  <clrMapOvr>
    <a:masterClrMapping/>
  </clrMapOvr>
  <ns6:AlternateContent>
    <ns6:Choice Requires="p14">
      <transition ns5:dur="0" advClick="0"/>
    </ns6:Choice>
    <ns6:Fallback>
      <transition advClick="0"/>
    </ns6:Fallback>
  </ns6:AlternateContent>
</sld>
</file>

<file path=ppt/slides/slide3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cSld>
    <spTree>
      <nvGrpSpPr>
        <cNvPr id="1" name="">
          <a:extLst>
            <a:ext uri="{FF2B5EF4-FFF2-40B4-BE49-F238E27FC236}">
              <ns2:creationId id="{71D92505-475D-7A53-913B-E97CFF84C6B3}"/>
            </a:ext>
          </a:extLst>
        </cNvPr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33" name="Imagen 32">
            <a:extLst>
              <a:ext uri="{FF2B5EF4-FFF2-40B4-BE49-F238E27FC236}">
                <ns2:creationId id="{7834F6EC-9216-6809-B626-2FE543FC62AA}"/>
              </a:ext>
            </a:extLst>
          </cNvPr>
          <cNvPicPr>
            <a:picLocks noChangeAspect="1"/>
          </cNvPicPr>
          <nvPr/>
        </nvPicPr>
        <blipFill rotWithShape="1">
          <a:blip ns3:embed="rId2">
            <a:extLst>
              <a:ext uri="{28A0092B-C50C-407E-A947-70E740481C1C}">
                <ns4:useLocalDpi val="0"/>
              </a:ext>
            </a:extLst>
          </a:blip>
          <a:srcRect l="-153" t="20538" r="153" b="51651"/>
          <a:stretch/>
        </blipFill>
        <spPr>
          <a:xfrm>
            <a:off x="-22978" y="-33746"/>
            <a:ext cx="12206013" cy="1054164"/>
          </a:xfrm>
          <a:prstGeom prst="rect">
            <a:avLst/>
          </a:prstGeom>
        </spPr>
      </pic>
      <sp>
        <nvSpPr>
          <cNvPr id="34" name="Título 1">
            <a:extLst>
              <a:ext uri="{FF2B5EF4-FFF2-40B4-BE49-F238E27FC236}">
                <ns2:creationId id="{44637712-8811-A097-72E5-40F4D224CAD8}"/>
              </a:ext>
            </a:extLst>
          </cNvPr>
          <cNvSpPr txBox="1">
            <a:spLocks/>
          </cNvSpPr>
          <nvPr/>
        </nvSpPr>
        <spPr>
          <a:xfrm>
            <a:off x="236487" y="-26504"/>
            <a:ext cx="12191999" cy="1046922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</txBody>
      </sp>
      <pic>
        <nvPicPr>
          <cNvPr id="49" name="Imagen 48">
            <a:extLst>
              <a:ext uri="{FF2B5EF4-FFF2-40B4-BE49-F238E27FC236}">
                <ns2:creationId id="{66CDBBD0-1F58-F94A-4280-41E5C3F26B56}"/>
              </a:ext>
            </a:extLst>
          </cNvPr>
          <cNvPicPr>
            <a:picLocks noChangeAspect="1"/>
          </cNvPicPr>
          <nvPr/>
        </nvPicPr>
        <blipFill>
          <a:blip ns3:embed="rId3" cstate="hq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11088376" y="52252"/>
            <a:ext cx="962339" cy="895008"/>
          </a:xfrm>
          <a:prstGeom prst="rect">
            <a:avLst/>
          </a:prstGeom>
        </spPr>
      </pic>
      <sp>
        <nvSpPr>
          <cNvPr id="7" name="Marcador de número de diapositiva 3">
            <a:extLst>
              <a:ext uri="{FF2B5EF4-FFF2-40B4-BE49-F238E27FC236}">
                <ns2:creationId id="{E1482D0E-BB60-F4C8-E59A-9786BE7ABA90}"/>
              </a:ext>
            </a:extLst>
          </cNvPr>
          <cNvSpPr txBox="1">
            <a:spLocks/>
          </cNvSpPr>
          <nvPr/>
        </nvSpPr>
        <spPr>
          <a:xfrm>
            <a:off x="11792893" y="6492875"/>
            <a:ext cx="399107" cy="365125"/>
          </a:xfrm>
          <a:prstGeom prst="rect">
            <a:avLst/>
          </a:prstGeom>
        </spPr>
        <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913E3F8-B169-4FB5-9692-87918DE2D08A}" type="slidenum">
              <a:rPr lang="es-CL" smtClean="0"/>
              <a:pPr algn="r"/>
              <a:t>3</a:t>
            </a:fld>
            <a:endParaRPr lang="es-CL" dirty="0"/>
          </a:p>
        </txBody>
      </sp>
      <sp>
        <nvSpPr>
          <cNvPr id="9" name="Título 1">
            <a:extLst>
              <a:ext uri="{FF2B5EF4-FFF2-40B4-BE49-F238E27FC236}">
                <ns2:creationId id="{493CFA39-6885-02A3-8429-01BDEF58FBE4}"/>
              </a:ext>
            </a:extLst>
          </cNvPr>
          <cNvSpPr txBox="1">
            <a:spLocks/>
          </cNvSpPr>
          <nvPr/>
        </nvSpPr>
        <spPr>
          <a:xfrm>
            <a:off x="700000" y="1450000"/>
            <a:ext cx="10700000" cy="4300000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Problema: uso excesivo de videojuegos y posibles efectos en salud, sue?o y rendimiento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Objetivo: clasificar nivel de riesgo de adicci?n mediante Machine Learning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Dataset: 1.000.000 filas, 39 variables, fuente Kaggle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KPI principales: Accuracy, Precision, Recall y F1-score</a:t>
            </a:r>
          </a:p>
        </txBody>
      </sp>
    </spTree>
    <extLst>
      <ext uri="{BB962C8B-B14F-4D97-AF65-F5344CB8AC3E}">
        <ns5:creationId val="3878032719"/>
      </ext>
    </extLst>
  </cSld>
  <clrMapOvr>
    <a:masterClrMapping/>
  </clrMapOvr>
  <ns6:AlternateContent>
    <ns6:Choice Requires="p14">
      <transition ns5:dur="0" advClick="0"/>
    </ns6:Choice>
    <ns6:Fallback>
      <transition advClick="0"/>
    </ns6:Fallback>
  </ns6:AlternateContent>
</sld>
</file>

<file path=ppt/slides/slide4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cSld>
    <spTree>
      <nvGrpSpPr>
        <cNvPr id="1" name="">
          <a:extLst>
            <a:ext uri="{FF2B5EF4-FFF2-40B4-BE49-F238E27FC236}">
              <ns2:creationId id="{C34FEBE5-58E8-E3DC-B764-9068773C28DF}"/>
            </a:ext>
          </a:extLst>
        </cNvPr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33" name="Imagen 32">
            <a:extLst>
              <a:ext uri="{FF2B5EF4-FFF2-40B4-BE49-F238E27FC236}">
                <ns2:creationId id="{A5E76C3D-A391-E492-9F94-CD53882BB39D}"/>
              </a:ext>
            </a:extLst>
          </cNvPr>
          <cNvPicPr>
            <a:picLocks noChangeAspect="1"/>
          </cNvPicPr>
          <nvPr/>
        </nvPicPr>
        <blipFill rotWithShape="1">
          <a:blip ns3:embed="rId2">
            <a:extLst>
              <a:ext uri="{28A0092B-C50C-407E-A947-70E740481C1C}">
                <ns4:useLocalDpi val="0"/>
              </a:ext>
            </a:extLst>
          </a:blip>
          <a:srcRect l="-153" t="20538" r="153" b="51651"/>
          <a:stretch/>
        </blipFill>
        <spPr>
          <a:xfrm>
            <a:off x="-14013" y="-26504"/>
            <a:ext cx="12206013" cy="1054164"/>
          </a:xfrm>
          <a:prstGeom prst="rect">
            <a:avLst/>
          </a:prstGeom>
        </spPr>
      </pic>
      <sp>
        <nvSpPr>
          <cNvPr id="34" name="Título 1">
            <a:extLst>
              <a:ext uri="{FF2B5EF4-FFF2-40B4-BE49-F238E27FC236}">
                <ns2:creationId id="{6B4DF166-4898-DD94-CFAF-A3D59D1A98D0}"/>
              </a:ext>
            </a:extLst>
          </cNvPr>
          <cNvSpPr txBox="1">
            <a:spLocks/>
          </cNvSpPr>
          <nvPr/>
        </nvSpPr>
        <spPr>
          <a:xfrm>
            <a:off x="236487" y="-26504"/>
            <a:ext cx="12191999" cy="1046922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</a:t>
            </a:r>
          </a:p>
        </txBody>
      </sp>
      <pic>
        <nvPicPr>
          <cNvPr id="49" name="Imagen 48">
            <a:extLst>
              <a:ext uri="{FF2B5EF4-FFF2-40B4-BE49-F238E27FC236}">
                <ns2:creationId id="{5C8967FD-384F-0B4E-DD03-7F5B7FE28D5A}"/>
              </a:ext>
            </a:extLst>
          </cNvPr>
          <cNvPicPr>
            <a:picLocks noChangeAspect="1"/>
          </cNvPicPr>
          <nvPr/>
        </nvPicPr>
        <blipFill>
          <a:blip ns3:embed="rId3" cstate="hq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11088376" y="52252"/>
            <a:ext cx="962339" cy="895008"/>
          </a:xfrm>
          <a:prstGeom prst="rect">
            <a:avLst/>
          </a:prstGeom>
        </spPr>
      </pic>
      <sp>
        <nvSpPr>
          <cNvPr id="7" name="Marcador de número de diapositiva 3">
            <a:extLst>
              <a:ext uri="{FF2B5EF4-FFF2-40B4-BE49-F238E27FC236}">
                <ns2:creationId id="{3F2557CF-13F3-3A29-C855-36A0A78CF0DC}"/>
              </a:ext>
            </a:extLst>
          </cNvPr>
          <cNvSpPr txBox="1">
            <a:spLocks/>
          </cNvSpPr>
          <nvPr/>
        </nvSpPr>
        <spPr>
          <a:xfrm>
            <a:off x="11792893" y="6492875"/>
            <a:ext cx="399107" cy="365125"/>
          </a:xfrm>
          <a:prstGeom prst="rect">
            <a:avLst/>
          </a:prstGeom>
        </spPr>
        <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913E3F8-B169-4FB5-9692-87918DE2D08A}" type="slidenum">
              <a:rPr lang="es-CL" smtClean="0"/>
              <a:pPr algn="r"/>
              <a:t>4</a:t>
            </a:fld>
            <a:endParaRPr lang="es-CL" dirty="0"/>
          </a:p>
        </txBody>
      </sp>
      <sp>
        <nvSpPr>
          <cNvPr id="9" name="Título 1">
            <a:extLst>
              <a:ext uri="{FF2B5EF4-FFF2-40B4-BE49-F238E27FC236}">
                <ns2:creationId id="{D9183DB9-86E5-531C-E889-A423A2986484}"/>
              </a:ext>
            </a:extLst>
          </cNvPr>
          <cNvSpPr txBox="1">
            <a:spLocks/>
          </cNvSpPr>
          <nvPr/>
        </nvSpPr>
        <spPr>
          <a:xfrm>
            <a:off x="700000" y="1450000"/>
            <a:ext cx="10700000" cy="4300000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Preprocesamiento: sin nulos ni duplicados; winsorizaci?n p1-p99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Target: addiction_class en 4 clases por cuartiles de addiction_level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Modelos: Logistic Regression, Random Forest, Gradient Boosting, SVC-RBF y KNN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Selecci?n por F1 macro para equilibrar rendimiento entre clases</a:t>
            </a:r>
          </a:p>
        </txBody>
      </sp>
    </spTree>
    <extLst>
      <ext uri="{BB962C8B-B14F-4D97-AF65-F5344CB8AC3E}">
        <ns5:creationId val="3274803539"/>
      </ext>
    </extLst>
  </cSld>
  <clrMapOvr>
    <a:masterClrMapping/>
  </clrMapOvr>
  <ns6:AlternateContent>
    <ns6:Choice Requires="p14">
      <transition ns5:dur="0" advClick="0"/>
    </ns6:Choice>
    <ns6:Fallback>
      <transition advClick="0"/>
    </ns6:Fallback>
  </ns6:AlternateContent>
</sld>
</file>

<file path=ppt/slides/slide5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33" name="Imagen 32">
            <a:extLst>
              <a:ext uri="{FF2B5EF4-FFF2-40B4-BE49-F238E27FC236}">
                <ns2:creationId id="{F4F4A879-BED9-4F33-B71C-B24374C52C68}"/>
              </a:ext>
            </a:extLst>
          </cNvPr>
          <cNvPicPr>
            <a:picLocks noChangeAspect="1"/>
          </cNvPicPr>
          <nvPr/>
        </nvPicPr>
        <blipFill rotWithShape="1">
          <a:blip ns3:embed="rId2">
            <a:extLst>
              <a:ext uri="{28A0092B-C50C-407E-A947-70E740481C1C}">
                <ns4:useLocalDpi val="0"/>
              </a:ext>
            </a:extLst>
          </a:blip>
          <a:srcRect l="-153" t="20538" r="153" b="51651"/>
          <a:stretch/>
        </blipFill>
        <spPr>
          <a:xfrm>
            <a:off x="-22978" y="-33746"/>
            <a:ext cx="12206013" cy="1054164"/>
          </a:xfrm>
          <a:prstGeom prst="rect">
            <a:avLst/>
          </a:prstGeom>
        </spPr>
      </pic>
      <sp>
        <nvSpPr>
          <cNvPr id="34" name="Título 1">
            <a:extLst>
              <a:ext uri="{FF2B5EF4-FFF2-40B4-BE49-F238E27FC236}">
                <ns2:creationId id="{FF2CEFFF-E948-4D3A-A08D-34E05DCA3A48}"/>
              </a:ext>
            </a:extLst>
          </cNvPr>
          <cNvSpPr txBox="1">
            <a:spLocks/>
          </cNvSpPr>
          <nvPr/>
        </nvSpPr>
        <spPr>
          <a:xfrm>
            <a:off x="236487" y="-26504"/>
            <a:ext cx="12191999" cy="1046922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</txBody>
      </sp>
      <pic>
        <nvPicPr>
          <cNvPr id="49" name="Imagen 48">
            <a:extLst>
              <a:ext uri="{FF2B5EF4-FFF2-40B4-BE49-F238E27FC236}">
                <ns2:creationId id="{CB27BE2B-B018-42EC-93A2-E8B88D7CCC69}"/>
              </a:ext>
            </a:extLst>
          </cNvPr>
          <cNvPicPr>
            <a:picLocks noChangeAspect="1"/>
          </cNvPicPr>
          <nvPr/>
        </nvPicPr>
        <blipFill>
          <a:blip ns3:embed="rId3" cstate="hq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11088376" y="52252"/>
            <a:ext cx="962339" cy="895008"/>
          </a:xfrm>
          <a:prstGeom prst="rect">
            <a:avLst/>
          </a:prstGeom>
        </spPr>
      </pic>
      <sp>
        <nvSpPr>
          <cNvPr id="7" name="Marcador de número de diapositiva 3">
            <a:extLst>
              <a:ext uri="{FF2B5EF4-FFF2-40B4-BE49-F238E27FC236}">
                <ns2:creationId id="{D0E64CD4-CED5-4D7A-805B-03BD3A4A99B4}"/>
              </a:ext>
            </a:extLst>
          </cNvPr>
          <cNvSpPr txBox="1">
            <a:spLocks/>
          </cNvSpPr>
          <nvPr/>
        </nvSpPr>
        <spPr>
          <a:xfrm>
            <a:off x="11792893" y="6492875"/>
            <a:ext cx="399107" cy="365125"/>
          </a:xfrm>
          <a:prstGeom prst="rect">
            <a:avLst/>
          </a:prstGeom>
        </spPr>
        <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913E3F8-B169-4FB5-9692-87918DE2D08A}" type="slidenum">
              <a:rPr lang="es-CL" smtClean="0"/>
              <a:pPr algn="r"/>
              <a:t>5</a:t>
            </a:fld>
            <a:endParaRPr lang="es-CL" dirty="0"/>
          </a:p>
        </txBody>
      </sp>
      <sp>
        <nvSpPr>
          <cNvPr id="9" name="Título 1">
            <a:extLst>
              <a:ext uri="{FF2B5EF4-FFF2-40B4-BE49-F238E27FC236}">
                <ns2:creationId id="{2674111D-0224-4A3E-AC70-F2E2E4AC9275}"/>
              </a:ext>
            </a:extLst>
          </cNvPr>
          <cNvSpPr txBox="1">
            <a:spLocks/>
          </cNvSpPr>
          <nvPr/>
        </nvSpPr>
        <spPr>
          <a:xfrm>
            <a:off x="700000" y="1450000"/>
            <a:ext cx="10700000" cy="4300000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Mejor desempe?o global: Gradient Boosting (F1 macro cercano a 0,60)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Logistic Regression mostr? resultados muy cercanos en accuracy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La clase de adicci?n alta fue la mejor detectada; clases intermedias presentaron mayor confusi?n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Se cumpli? el objetivo y se definieron mejoras para la siguiente iteraci?n</a:t>
            </a:r>
          </a:p>
        </txBody>
      </sp>
    </spTree>
    <extLst>
      <ext uri="{BB962C8B-B14F-4D97-AF65-F5344CB8AC3E}">
        <ns5:creationId val="3481572995"/>
      </ext>
    </extLst>
  </cSld>
  <clrMapOvr>
    <a:masterClrMapping/>
  </clrMapOvr>
  <ns6:AlternateContent>
    <ns6:Choice Requires="p14">
      <transition ns5:dur="0" advClick="0"/>
    </ns6:Choice>
    <ns6:Fallback>
      <transition advClick="0"/>
    </ns6:Fallback>
  </ns6:AlternateContent>
</sld>
</file>

<file path=ppt/slides/slide6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33" name="Imagen 32">
            <a:extLst>
              <a:ext uri="{FF2B5EF4-FFF2-40B4-BE49-F238E27FC236}">
                <ns2:creationId id="{F4F4A879-BED9-4F33-B71C-B24374C52C68}"/>
              </a:ext>
            </a:extLst>
          </cNvPr>
          <cNvPicPr>
            <a:picLocks noChangeAspect="1"/>
          </cNvPicPr>
          <nvPr/>
        </nvPicPr>
        <blipFill rotWithShape="1">
          <a:blip ns3:embed="rId2">
            <a:extLst>
              <a:ext uri="{28A0092B-C50C-407E-A947-70E740481C1C}">
                <ns4:useLocalDpi val="0"/>
              </a:ext>
            </a:extLst>
          </a:blip>
          <a:srcRect l="-153" t="20538" r="153" b="51651"/>
          <a:stretch/>
        </blipFill>
        <spPr>
          <a:xfrm>
            <a:off x="-22805" y="-33746"/>
            <a:ext cx="12206013" cy="1054164"/>
          </a:xfrm>
          <a:prstGeom prst="rect">
            <a:avLst/>
          </a:prstGeom>
        </spPr>
      </pic>
      <sp>
        <nvSpPr>
          <cNvPr id="34" name="Título 1">
            <a:extLst>
              <a:ext uri="{FF2B5EF4-FFF2-40B4-BE49-F238E27FC236}">
                <ns2:creationId id="{FF2CEFFF-E948-4D3A-A08D-34E05DCA3A48}"/>
              </a:ext>
            </a:extLst>
          </cNvPr>
          <cNvSpPr txBox="1">
            <a:spLocks/>
          </cNvSpPr>
          <nvPr/>
        </nvSpPr>
        <spPr>
          <a:xfrm>
            <a:off x="700000" y="1450000"/>
            <a:ext cx="10700000" cy="4200000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600" dirty="0">
                <a:solidFill>
                  <a:prstClr val="white"/>
                </a:solidFill>
                <a:latin typeface="Arial"/>
              </a:rPr>
              <a:t>- Organizaci?n Mundial de la Salud (CIE-11): trastorno por videojuegos</a:t>
            </a:r>
          </a:p>
          <a:p>
            <a:r>
              <a:rPr lang="es-ES" sz="1600" dirty="0">
                <a:solidFill>
                  <a:prstClr val="white"/>
                </a:solidFill>
                <a:latin typeface="Arial"/>
              </a:rPr>
              <a:t>- Sharma, J. (Kaggle): Gaming and Mental Health dataset</a:t>
            </a:r>
          </a:p>
          <a:p>
            <a:r>
              <a:rPr lang="es-ES" sz="1600" dirty="0">
                <a:solidFill>
                  <a:prstClr val="white"/>
                </a:solidFill>
                <a:latin typeface="Arial"/>
              </a:rPr>
              <a:t>- Revisi?n sistem?tica sobre gaming problem?tico y rendimiento acad?mico (Springer)</a:t>
            </a:r>
          </a:p>
        </txBody>
      </sp>
      <pic>
        <nvPicPr>
          <cNvPr id="49" name="Imagen 48">
            <a:extLst>
              <a:ext uri="{FF2B5EF4-FFF2-40B4-BE49-F238E27FC236}">
                <ns2:creationId id="{CB27BE2B-B018-42EC-93A2-E8B88D7CCC69}"/>
              </a:ext>
            </a:extLst>
          </cNvPr>
          <cNvPicPr>
            <a:picLocks noChangeAspect="1"/>
          </cNvPicPr>
          <nvPr/>
        </nvPicPr>
        <blipFill>
          <a:blip ns3:embed="rId3" cstate="hq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11088376" y="52252"/>
            <a:ext cx="962339" cy="895008"/>
          </a:xfrm>
          <a:prstGeom prst="rect">
            <a:avLst/>
          </a:prstGeom>
        </spPr>
      </pic>
      <sp>
        <nvSpPr>
          <cNvPr id="7" name="Marcador de número de diapositiva 3">
            <a:extLst>
              <a:ext uri="{FF2B5EF4-FFF2-40B4-BE49-F238E27FC236}">
                <ns2:creationId id="{D0E64CD4-CED5-4D7A-805B-03BD3A4A99B4}"/>
              </a:ext>
            </a:extLst>
          </cNvPr>
          <cNvSpPr txBox="1">
            <a:spLocks/>
          </cNvSpPr>
          <nvPr/>
        </nvSpPr>
        <spPr>
          <a:xfrm>
            <a:off x="11792893" y="6492875"/>
            <a:ext cx="399107" cy="365125"/>
          </a:xfrm>
          <a:prstGeom prst="rect">
            <a:avLst/>
          </a:prstGeom>
        </spPr>
        <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913E3F8-B169-4FB5-9692-87918DE2D08A}" type="slidenum">
              <a:rPr lang="es-CL" smtClean="0"/>
              <a:pPr algn="r"/>
              <a:t>6</a:t>
            </a:fld>
            <a:endParaRPr lang="es-CL" dirty="0"/>
          </a:p>
        </txBody>
      </sp>
      <sp>
        <nvSpPr>
          <cNvPr id="9" name="Título 1">
            <a:extLst>
              <a:ext uri="{FF2B5EF4-FFF2-40B4-BE49-F238E27FC236}">
                <ns2:creationId id="{2674111D-0224-4A3E-AC70-F2E2E4AC9275}"/>
              </a:ext>
            </a:extLst>
          </cNvPr>
          <cNvSpPr txBox="1">
            <a:spLocks/>
          </cNvSpPr>
          <nvPr/>
        </nvSpPr>
        <spPr>
          <a:xfrm>
            <a:off x="120000" y="20000"/>
            <a:ext cx="11800000" cy="950000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000" dirty="0" b="1">
                <a:solidFill>
                  <a:prstClr val="white"/>
                </a:solidFill>
                <a:latin typeface="Arial"/>
              </a:rPr>
              <a:t>Bibliograf?a</a:t>
            </a:r>
          </a:p>
        </txBody>
      </sp>
    </spTree>
    <extLst>
      <ext uri="{BB962C8B-B14F-4D97-AF65-F5344CB8AC3E}">
        <ns5:creationId val="3861375958"/>
      </ext>
    </extLst>
  </cSld>
  <clrMapOvr>
    <a:masterClrMapping/>
  </clrMapOvr>
  <ns6:AlternateContent>
    <ns6:Choice Requires="p14">
      <transition ns5:dur="0" advClick="0"/>
    </ns6:Choice>
    <ns6:Fallback>
      <transition advClick="0"/>
    </ns6:Fallback>
  </ns6:AlternateContent>
</sld>
</file>

<file path=ppt/slides/slide7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4" name="Imagen 3" descr="Imagen que contiene rojo, foto, tren, oscuro&#10;&#10;Descripción generada automáticamente">
            <a:extLst>
              <a:ext uri="{FF2B5EF4-FFF2-40B4-BE49-F238E27FC236}">
                <ns2:creationId id="{DA63A70A-F2B6-4F12-A260-F1EA46958FBA}"/>
              </a:ext>
            </a:extLst>
          </cNvPr>
          <cNvPicPr>
            <a:picLocks noChangeAspect="1"/>
          </cNvPicPr>
          <nvPr/>
        </nvPicPr>
        <blipFill>
          <a:blip ns3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0" y="-1138539"/>
            <a:ext cx="12191999" cy="9135078"/>
          </a:xfrm>
          <a:prstGeom prst="rect">
            <a:avLst/>
          </a:prstGeom>
        </spPr>
      </pic>
      <pic>
        <nvPicPr>
          <cNvPr id="3" name="Imagen 2"/>
          <cNvPicPr>
            <a:picLocks noChangeAspect="1"/>
          </cNvPicPr>
          <nvPr/>
        </nvPicPr>
        <blipFill rotWithShape="1">
          <a:blip ns3:embed="rId4">
            <a:extLst>
              <a:ext uri="{28A0092B-C50C-407E-A947-70E740481C1C}">
                <ns4:useLocalDpi val="0"/>
              </a:ext>
            </a:extLst>
          </a:blip>
          <a:srcRect t="25505" b="24764"/>
          <a:stretch/>
        </blipFill>
        <spPr>
          <a:xfrm>
            <a:off x="-1" y="-620396"/>
            <a:ext cx="12191999" cy="1908413"/>
          </a:xfrm>
          <a:prstGeom prst="rect">
            <a:avLst/>
          </a:prstGeom>
        </spPr>
      </pic>
      <pic>
        <nvPicPr>
          <cNvPr id="18" name="Imagen 17"/>
          <cNvPicPr>
            <a:picLocks noChangeAspect="1"/>
          </cNvPicPr>
          <nvPr/>
        </nvPicPr>
        <blipFill rotWithShape="1">
          <a:blip ns3:embed="rId4">
            <a:extLst>
              <a:ext uri="{28A0092B-C50C-407E-A947-70E740481C1C}">
                <ns4:useLocalDpi val="0"/>
              </a:ext>
            </a:extLst>
          </a:blip>
          <a:srcRect l="-153" t="46510" r="153" b="5990"/>
          <a:stretch/>
        </blipFill>
        <spPr>
          <a:xfrm>
            <a:off x="-28579" y="5338509"/>
            <a:ext cx="12239528" cy="1829894"/>
          </a:xfrm>
          <a:prstGeom prst="rect">
            <a:avLst/>
          </a:prstGeom>
        </spPr>
      </pic>
      <cxnSp>
        <nvCxnSpPr>
          <cNvPr id="6" name="Conector recto 5"/>
          <cNvCxnSpPr/>
          <nvPr/>
        </nvCxnSpPr>
        <spPr>
          <a:xfrm>
            <a:off x="2016141" y="4201298"/>
            <a:ext cx="7778648" cy="0"/>
          </a:xfrm>
          <a:prstGeom prst="line">
            <a:avLst/>
          </a:prstGeom>
          <a:ln w="28575">
            <a:solidFill>
              <a:schemeClr val="bg1"/>
            </a:solidFill>
          </a:ln>
        </spPr>
        <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style>
      </cxnSp>
      <cxnSp>
        <nvCxnSpPr>
          <cNvPr id="8" name="Conector recto 7"/>
          <cNvCxnSpPr/>
          <nvPr/>
        </nvCxnSpPr>
        <spPr>
          <a:xfrm flipH="1">
            <a:off x="3740934" y="2471251"/>
            <a:ext cx="1" cy="1273156"/>
          </a:xfrm>
          <a:prstGeom prst="line">
            <a:avLst/>
          </a:prstGeom>
          <a:ln>
            <a:solidFill>
              <a:schemeClr val="bg1"/>
            </a:solidFill>
          </a:ln>
        </spPr>
        <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style>
      </cxnSp>
      <sp>
        <nvSpPr>
          <cNvPr id="11" name="CuadroTexto 10"/>
          <cNvSpPr txBox="1"/>
          <nvPr/>
        </nvSpPr>
        <spPr>
          <a:xfrm>
            <a:off x="3945921" y="2402367"/>
            <a:ext cx="6059468" cy="707886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r>
              <a:rPr lang="es-ES" sz="3000" dirty="0" b="1">
                <a:solidFill>
                  <a:prstClr val="white"/>
                </a:solidFill>
                <a:latin typeface="Arial"/>
              </a:rPr>
              <a:t>Consultas</a:t>
            </a:r>
          </a:p>
          <a:p>
            <a:r>
              <a:rPr lang="es-ES" sz="3000" dirty="0" b="1">
                <a:solidFill>
                  <a:prstClr val="white"/>
                </a:solidFill>
                <a:latin typeface="Arial"/>
              </a:rPr>
              <a:t>Gracias por su atenci?n</a:t>
            </a:r>
          </a:p>
        </txBody>
      </sp>
      <pic>
        <nvPicPr>
          <cNvPr id="21" name="Imagen 20"/>
          <cNvPicPr>
            <a:picLocks noChangeAspect="1"/>
          </cNvPicPr>
          <nvPr/>
        </nvPicPr>
        <blipFill>
          <a:blip ns3:embed="rId5" cstate="hq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2046636" y="2371532"/>
            <a:ext cx="1489312" cy="1385111"/>
          </a:xfrm>
          <a:prstGeom prst="rect">
            <a:avLst/>
          </a:prstGeom>
        </spPr>
      </pic>
    </spTree>
    <extLst>
      <ext uri="{BB962C8B-B14F-4D97-AF65-F5344CB8AC3E}">
        <ns5:creationId val="798640844"/>
      </ext>
    </extLst>
  </cSld>
  <clrMapOvr>
    <a:masterClrMapping/>
  </clrMapOvr>
</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4534</TotalTime>
  <Words>26</Words>
  <Application>Microsoft Macintosh PowerPoint</Application>
  <PresentationFormat>Panorámica</PresentationFormat>
  <Paragraphs>18</Paragraphs>
  <Slides>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María Gabriela Huidobro</dc:creator>
  <cp:lastModifiedBy>Omar Iván Salinas Silva</cp:lastModifiedBy>
  <cp:revision>179</cp:revision>
  <dcterms:created xsi:type="dcterms:W3CDTF">2020-06-19T13:18:12Z</dcterms:created>
  <dcterms:modified xsi:type="dcterms:W3CDTF">2026-04-27T13:30:45Z</dcterms:modified>
</cp:coreProperties>
</file>